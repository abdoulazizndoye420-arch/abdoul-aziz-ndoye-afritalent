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4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108" y="-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332113-AB71-4D0F-91B3-82FE7C147C63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9DC876-2713-4E73-A9E4-01FC804BD0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8072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9E53E-CD86-430F-953F-83DA606B1039}" type="datetime1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1CD7-16B0-49C4-AFAC-9BD912F60A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6838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94640-25DB-4D46-B764-16CD6C466BE6}" type="datetime1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1CD7-16B0-49C4-AFAC-9BD912F60A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2616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2078D-F046-48DF-89F5-FDDEC700B276}" type="datetime1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1CD7-16B0-49C4-AFAC-9BD912F60A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8800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67E82-B52B-4451-B3D0-40032DB90ECF}" type="datetime1">
              <a:rPr lang="fr-FR" smtClean="0"/>
              <a:t>23/06/2026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1CD7-16B0-49C4-AFAC-9BD912F60A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2973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4FCC7-BDE4-4FC2-9EAA-FC12FE0B888F}" type="datetime1">
              <a:rPr lang="fr-FR" smtClean="0"/>
              <a:t>23/06/2026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1CD7-16B0-49C4-AFAC-9BD912F60A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0910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CA4D5-1C07-4694-BB30-1CD2A74A8E2C}" type="datetime1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1CD7-16B0-49C4-AFAC-9BD912F60A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9256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BBBFF-53DE-41EB-9009-AEF111A77484}" type="datetime1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1CD7-16B0-49C4-AFAC-9BD912F60A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57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251AF-8D0B-4C9E-B3FD-AD62936B0134}" type="datetime1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1CD7-16B0-49C4-AFAC-9BD912F60A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2056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42EA-2926-484E-9A68-78CB0775BB9A}" type="datetime1">
              <a:rPr lang="fr-FR" smtClean="0"/>
              <a:t>23/06/2026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1CD7-16B0-49C4-AFAC-9BD912F60A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5039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A1B3B-8EAD-41EC-BB14-729A41E1E020}" type="datetime1">
              <a:rPr lang="fr-FR" smtClean="0"/>
              <a:t>23/06/2026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1CD7-16B0-49C4-AFAC-9BD912F60A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522662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A1B3B-8EAD-41EC-BB14-729A41E1E020}" type="datetime1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1CD7-16B0-49C4-AFAC-9BD912F60A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871851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A1B3B-8EAD-41EC-BB14-729A41E1E020}" type="datetime1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1CD7-16B0-49C4-AFAC-9BD912F60A25}" type="slidenum">
              <a:rPr lang="fr-FR" smtClean="0"/>
              <a:t>‹N°›</a:t>
            </a:fld>
            <a:endParaRPr lang="fr-F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1627754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A1B3B-8EAD-41EC-BB14-729A41E1E020}" type="datetime1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1CD7-16B0-49C4-AFAC-9BD912F60A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249669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A1B3B-8EAD-41EC-BB14-729A41E1E020}" type="datetime1">
              <a:rPr lang="fr-FR" smtClean="0"/>
              <a:t>23/06/2026</a:t>
            </a:fld>
            <a:endParaRPr lang="fr-F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1CD7-16B0-49C4-AFAC-9BD912F60A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528789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A1B3B-8EAD-41EC-BB14-729A41E1E020}" type="datetime1">
              <a:rPr lang="fr-FR" smtClean="0"/>
              <a:t>23/06/2026</a:t>
            </a:fld>
            <a:endParaRPr lang="fr-F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1CD7-16B0-49C4-AFAC-9BD912F60A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904473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9CC18-A62D-45FB-AC70-DF307BF52F0D}" type="datetime1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1CD7-16B0-49C4-AFAC-9BD912F60A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21722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981E6-A152-42C2-A7C3-74D392F600D2}" type="datetime1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1CD7-16B0-49C4-AFAC-9BD912F60A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402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B7A1B3B-8EAD-41EC-BB14-729A41E1E020}" type="datetime1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591CD7-16B0-49C4-AFAC-9BD912F60A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72116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  <p:sldLayoutId id="2147483908" r:id="rId4"/>
    <p:sldLayoutId id="2147483909" r:id="rId5"/>
    <p:sldLayoutId id="2147483910" r:id="rId6"/>
    <p:sldLayoutId id="2147483911" r:id="rId7"/>
    <p:sldLayoutId id="2147483912" r:id="rId8"/>
    <p:sldLayoutId id="2147483913" r:id="rId9"/>
    <p:sldLayoutId id="2147483914" r:id="rId10"/>
    <p:sldLayoutId id="2147483915" r:id="rId11"/>
    <p:sldLayoutId id="2147483916" r:id="rId12"/>
    <p:sldLayoutId id="2147483917" r:id="rId13"/>
    <p:sldLayoutId id="2147483918" r:id="rId14"/>
    <p:sldLayoutId id="2147483919" r:id="rId15"/>
    <p:sldLayoutId id="2147483920" r:id="rId16"/>
    <p:sldLayoutId id="2147483921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BE523B-2621-269B-B588-5CB9D8EEA2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AfriTalent — Plateforme de freelances africains</a:t>
            </a:r>
            <a:br>
              <a:rPr lang="fr-FR" dirty="0"/>
            </a:b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A721EE1-F00E-13A5-EC8A-7FB1DD01D6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010" y="4777381"/>
            <a:ext cx="8825658" cy="861420"/>
          </a:xfrm>
        </p:spPr>
        <p:txBody>
          <a:bodyPr>
            <a:normAutofit fontScale="25000" lnSpcReduction="20000"/>
          </a:bodyPr>
          <a:lstStyle/>
          <a:p>
            <a:r>
              <a:rPr lang="fr-FR" sz="6400" dirty="0"/>
              <a:t>Nom : NDOYE</a:t>
            </a:r>
          </a:p>
          <a:p>
            <a:r>
              <a:rPr lang="fr-FR" sz="6400" dirty="0"/>
              <a:t>Prénom : ABDOUL AZIZ NDOYE</a:t>
            </a:r>
          </a:p>
          <a:p>
            <a:r>
              <a:rPr lang="fr-FR" sz="6400" dirty="0"/>
              <a:t>Classe : </a:t>
            </a:r>
            <a:r>
              <a:rPr lang="fr-FR" sz="6400" i="1" dirty="0"/>
              <a:t>L1 IAGE</a:t>
            </a:r>
            <a:r>
              <a:rPr lang="fr-FR" sz="6400" dirty="0"/>
              <a:t> </a:t>
            </a:r>
          </a:p>
          <a:p>
            <a:r>
              <a:rPr lang="fr-FR" sz="6400" dirty="0"/>
              <a:t>Projet : Développement Web </a:t>
            </a:r>
          </a:p>
          <a:p>
            <a:r>
              <a:rPr lang="fr-FR" sz="6400" dirty="0"/>
              <a:t>Date : Juin 2026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04053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A12349-EB66-9FDA-9098-21DD6AB78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				</a:t>
            </a:r>
            <a:r>
              <a:rPr lang="fr-FR" dirty="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B42844-E81B-1E63-A90D-79870FE55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Présentation du projet </a:t>
            </a:r>
          </a:p>
          <a:p>
            <a:r>
              <a:rPr lang="fr-FR" dirty="0"/>
              <a:t>Design UI/UX </a:t>
            </a:r>
          </a:p>
          <a:p>
            <a:r>
              <a:rPr lang="fr-FR" dirty="0"/>
              <a:t>Architecture du site Technologies utilisées </a:t>
            </a:r>
          </a:p>
          <a:p>
            <a:r>
              <a:rPr lang="fr-FR" dirty="0"/>
              <a:t>Fonctionnalités techniques </a:t>
            </a:r>
          </a:p>
          <a:p>
            <a:r>
              <a:rPr lang="fr-FR" dirty="0"/>
              <a:t>GitHub &amp; workflow </a:t>
            </a:r>
          </a:p>
          <a:p>
            <a:r>
              <a:rPr lang="fr-FR" dirty="0"/>
              <a:t>Difficultés rencontrées </a:t>
            </a:r>
          </a:p>
          <a:p>
            <a:r>
              <a:rPr lang="fr-FR" dirty="0"/>
              <a:t>Démonstration </a:t>
            </a:r>
          </a:p>
          <a:p>
            <a:r>
              <a:rPr lang="fr-FR" dirty="0"/>
              <a:t>Conclusion &amp; perspectives</a:t>
            </a:r>
          </a:p>
        </p:txBody>
      </p:sp>
    </p:spTree>
    <p:extLst>
      <p:ext uri="{BB962C8B-B14F-4D97-AF65-F5344CB8AC3E}">
        <p14:creationId xmlns:p14="http://schemas.microsoft.com/office/powerpoint/2010/main" val="767446001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93E46A-A1F8-172D-2D75-B11F47984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		</a:t>
            </a:r>
            <a:r>
              <a:rPr lang="fr-FR" dirty="0"/>
              <a:t>Présentation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E7DF64-63E9-E169-F289-19F1405C8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AfriTalent est une plateforme qui connecte les freelances africains aux clients.</a:t>
            </a:r>
          </a:p>
          <a:p>
            <a:r>
              <a:rPr lang="fr-FR" b="1" dirty="0"/>
              <a:t>Objectif :</a:t>
            </a:r>
            <a:endParaRPr lang="fr-FR" dirty="0"/>
          </a:p>
          <a:p>
            <a:r>
              <a:rPr lang="fr-FR" dirty="0"/>
              <a:t>Faciliter la recherche de talents </a:t>
            </a:r>
          </a:p>
          <a:p>
            <a:r>
              <a:rPr lang="fr-FR" dirty="0"/>
              <a:t>Valoriser les freelances africains  </a:t>
            </a:r>
          </a:p>
          <a:p>
            <a:r>
              <a:rPr lang="fr-FR" b="1" dirty="0"/>
              <a:t>Public cible :</a:t>
            </a:r>
            <a:endParaRPr lang="fr-FR" dirty="0"/>
          </a:p>
          <a:p>
            <a:r>
              <a:rPr lang="fr-FR" dirty="0"/>
              <a:t>Entreprises </a:t>
            </a:r>
          </a:p>
          <a:p>
            <a:r>
              <a:rPr lang="fr-FR" dirty="0"/>
              <a:t>Freelances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26015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2AF5C0-A195-0673-9491-B53010BA0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			Choix de design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D4015E-DAD7-9EC5-8FF3-9A8A33F01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52382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66C517-2AF3-27D8-77DB-37FE2C628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			Typographies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F464AC-086C-08C7-CCE6-386A58B20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Polices utilisées :</a:t>
            </a:r>
            <a:endParaRPr lang="fr-FR" dirty="0"/>
          </a:p>
          <a:p>
            <a:r>
              <a:rPr lang="fr-FR" dirty="0"/>
              <a:t>Inter → texte principal </a:t>
            </a:r>
          </a:p>
          <a:p>
            <a:r>
              <a:rPr lang="fr-FR" dirty="0"/>
              <a:t>Poppins → titres </a:t>
            </a:r>
          </a:p>
          <a:p>
            <a:r>
              <a:rPr lang="fr-FR" b="1" dirty="0"/>
              <a:t>Justification :</a:t>
            </a:r>
            <a:endParaRPr lang="fr-FR" dirty="0"/>
          </a:p>
          <a:p>
            <a:r>
              <a:rPr lang="fr-FR" dirty="0"/>
              <a:t>Moderne </a:t>
            </a:r>
          </a:p>
          <a:p>
            <a:r>
              <a:rPr lang="fr-FR" dirty="0"/>
              <a:t>Lisible </a:t>
            </a:r>
          </a:p>
          <a:p>
            <a:r>
              <a:rPr lang="fr-FR" dirty="0"/>
              <a:t>Adaptée aux interfaces web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86471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53B16A-5FFF-5A15-8D26-98FE27C04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2000" dirty="0">
                <a:latin typeface="Algerian" panose="04020705040A02060702" pitchFamily="82" charset="0"/>
              </a:rPr>
              <a:t>Captures </a:t>
            </a:r>
            <a:r>
              <a:rPr lang="en-CA" sz="2000" dirty="0" err="1">
                <a:latin typeface="Algerian" panose="04020705040A02060702" pitchFamily="82" charset="0"/>
              </a:rPr>
              <a:t>d’ecran</a:t>
            </a:r>
            <a:endParaRPr lang="fr-FR" sz="2000" dirty="0">
              <a:latin typeface="Algerian" panose="04020705040A02060702" pitchFamily="82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2705F0-7EF6-6AB1-BF2A-2D33760C3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fr-FR" b="1" dirty="0"/>
              <a:t>	          </a:t>
            </a:r>
            <a:r>
              <a:rPr lang="fr-FR" sz="2600" dirty="0">
                <a:latin typeface="Algerian" panose="04020705040A02060702" pitchFamily="82" charset="0"/>
              </a:rPr>
              <a:t>ACCUEIL</a:t>
            </a:r>
          </a:p>
          <a:p>
            <a:r>
              <a:rPr lang="fr-FR" dirty="0"/>
              <a:t>Hero section </a:t>
            </a:r>
          </a:p>
          <a:p>
            <a:r>
              <a:rPr lang="fr-FR" dirty="0"/>
              <a:t>Statistiques </a:t>
            </a:r>
          </a:p>
          <a:p>
            <a:r>
              <a:rPr lang="fr-FR" dirty="0"/>
              <a:t>Bento </a:t>
            </a:r>
            <a:r>
              <a:rPr lang="fr-FR" dirty="0" err="1"/>
              <a:t>grid</a:t>
            </a:r>
            <a:r>
              <a:rPr lang="fr-FR" dirty="0"/>
              <a:t> </a:t>
            </a:r>
          </a:p>
          <a:p>
            <a:r>
              <a:rPr lang="fr-FR" dirty="0"/>
              <a:t>Témoignages </a:t>
            </a:r>
          </a:p>
          <a:p>
            <a:r>
              <a:rPr lang="fr-FR" b="1" dirty="0"/>
              <a:t>Fonction :</a:t>
            </a:r>
            <a:br>
              <a:rPr lang="fr-FR" dirty="0"/>
            </a:br>
            <a:r>
              <a:rPr lang="fr-FR" dirty="0"/>
              <a:t>Présenter la plateforme et attirer les utilisateurs</a:t>
            </a:r>
          </a:p>
          <a:p>
            <a:pPr lvl="1"/>
            <a:r>
              <a:rPr lang="fr-FR" sz="2600" dirty="0">
                <a:latin typeface="Algerian" panose="04020705040A02060702" pitchFamily="82" charset="0"/>
              </a:rPr>
              <a:t>FREELANCES</a:t>
            </a:r>
          </a:p>
          <a:p>
            <a:r>
              <a:rPr lang="fr-FR" dirty="0"/>
              <a:t>Cartes de profils </a:t>
            </a:r>
          </a:p>
          <a:p>
            <a:r>
              <a:rPr lang="fr-FR" dirty="0"/>
              <a:t>Filtrage par catégorie (JS) </a:t>
            </a:r>
          </a:p>
          <a:p>
            <a:r>
              <a:rPr lang="fr-FR" dirty="0"/>
              <a:t>Système dynamique </a:t>
            </a:r>
          </a:p>
          <a:p>
            <a:r>
              <a:rPr lang="fr-FR" b="1" dirty="0"/>
              <a:t>Fonction :</a:t>
            </a:r>
            <a:br>
              <a:rPr lang="fr-FR" dirty="0"/>
            </a:br>
            <a:r>
              <a:rPr lang="fr-FR" dirty="0"/>
              <a:t>Permettre de trouver un freelance rapidement</a:t>
            </a:r>
          </a:p>
          <a:p>
            <a:br>
              <a:rPr lang="fr-FR" dirty="0"/>
            </a:br>
            <a:r>
              <a:rPr lang="fr-FR" dirty="0"/>
              <a:t>		</a:t>
            </a:r>
          </a:p>
          <a:p>
            <a:r>
              <a:rPr lang="fr-FR" dirty="0"/>
              <a:t>Formulaire validé en JavaScript </a:t>
            </a:r>
          </a:p>
          <a:p>
            <a:r>
              <a:rPr lang="fr-FR" dirty="0"/>
              <a:t>Validation email + message </a:t>
            </a:r>
          </a:p>
          <a:p>
            <a:r>
              <a:rPr lang="fr-FR" dirty="0"/>
              <a:t>Messages d’erreur dynamiques </a:t>
            </a:r>
          </a:p>
          <a:p>
            <a:r>
              <a:rPr lang="fr-FR" b="1" dirty="0"/>
              <a:t>Fonction :</a:t>
            </a:r>
            <a:br>
              <a:rPr lang="fr-FR" dirty="0"/>
            </a:br>
            <a:r>
              <a:rPr lang="fr-FR" dirty="0"/>
              <a:t>Permettre la communication utilisateur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38148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83C86E-D76A-CD67-C56E-6FF03637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		Architecture du site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8CC100-A2A0-F0CB-DD0E-51A8753E5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Pages :</a:t>
            </a:r>
            <a:endParaRPr lang="fr-FR" dirty="0"/>
          </a:p>
          <a:p>
            <a:r>
              <a:rPr lang="fr-FR" dirty="0"/>
              <a:t>Accueil </a:t>
            </a:r>
          </a:p>
          <a:p>
            <a:r>
              <a:rPr lang="fr-FR" dirty="0"/>
              <a:t>Freelances </a:t>
            </a:r>
          </a:p>
          <a:p>
            <a:r>
              <a:rPr lang="fr-FR" dirty="0"/>
              <a:t>Tarifs </a:t>
            </a:r>
          </a:p>
          <a:p>
            <a:r>
              <a:rPr lang="fr-FR" dirty="0"/>
              <a:t>À propos </a:t>
            </a:r>
          </a:p>
          <a:p>
            <a:r>
              <a:rPr lang="fr-FR" dirty="0"/>
              <a:t>Contact </a:t>
            </a:r>
          </a:p>
          <a:p>
            <a:r>
              <a:rPr lang="fr-FR" dirty="0"/>
              <a:t>Blog </a:t>
            </a:r>
          </a:p>
          <a:p>
            <a:r>
              <a:rPr lang="fr-FR" b="1" dirty="0"/>
              <a:t>Structure :</a:t>
            </a:r>
            <a:br>
              <a:rPr lang="fr-FR" dirty="0"/>
            </a:br>
            <a:r>
              <a:rPr lang="fr-FR" dirty="0"/>
              <a:t>Navigation + sections Bootstrap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97839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704CF7-F23F-F110-83A9-85E622376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Points techniques (JavaScript)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C86110-1252-A7C6-F4AF-0E0F05EC4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Fonctionnalités JS :</a:t>
            </a:r>
            <a:endParaRPr lang="fr-FR" dirty="0"/>
          </a:p>
          <a:p>
            <a:r>
              <a:rPr lang="fr-FR" dirty="0"/>
              <a:t>Dark mode (</a:t>
            </a:r>
            <a:r>
              <a:rPr lang="fr-FR" dirty="0" err="1"/>
              <a:t>localStorage</a:t>
            </a:r>
            <a:r>
              <a:rPr lang="fr-FR" dirty="0"/>
              <a:t>) </a:t>
            </a:r>
          </a:p>
          <a:p>
            <a:r>
              <a:rPr lang="fr-FR" dirty="0"/>
              <a:t>Compteurs animés </a:t>
            </a:r>
          </a:p>
          <a:p>
            <a:r>
              <a:rPr lang="fr-FR" dirty="0"/>
              <a:t>Fade-in scroll (</a:t>
            </a:r>
            <a:r>
              <a:rPr lang="fr-FR" dirty="0" err="1"/>
              <a:t>IntersectionObserver</a:t>
            </a:r>
            <a:r>
              <a:rPr lang="fr-FR" dirty="0"/>
              <a:t>) </a:t>
            </a:r>
          </a:p>
          <a:p>
            <a:r>
              <a:rPr lang="fr-FR" dirty="0"/>
              <a:t>Filtrage freelances </a:t>
            </a:r>
          </a:p>
          <a:p>
            <a:r>
              <a:rPr lang="fr-FR" dirty="0"/>
              <a:t>Validation formulaire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4110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478818-C5A6-35A8-31A4-C8E61266C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			Bootstrap &amp; CSS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CF36F39-09DB-073F-A83A-9E491DB1E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b="1" dirty="0"/>
              <a:t>Bootstrap utilisé pour :</a:t>
            </a:r>
            <a:endParaRPr lang="fr-FR" dirty="0"/>
          </a:p>
          <a:p>
            <a:r>
              <a:rPr lang="fr-FR" dirty="0" err="1"/>
              <a:t>Navbar</a:t>
            </a:r>
            <a:r>
              <a:rPr lang="fr-FR" dirty="0"/>
              <a:t> responsive </a:t>
            </a:r>
          </a:p>
          <a:p>
            <a:r>
              <a:rPr lang="fr-FR" dirty="0" err="1"/>
              <a:t>Cards</a:t>
            </a:r>
            <a:r>
              <a:rPr lang="fr-FR" dirty="0"/>
              <a:t> </a:t>
            </a:r>
          </a:p>
          <a:p>
            <a:r>
              <a:rPr lang="fr-FR" dirty="0" err="1"/>
              <a:t>Grid</a:t>
            </a:r>
            <a:r>
              <a:rPr lang="fr-FR" dirty="0"/>
              <a:t> system </a:t>
            </a:r>
          </a:p>
          <a:p>
            <a:r>
              <a:rPr lang="fr-FR" dirty="0" err="1"/>
              <a:t>Carousel</a:t>
            </a:r>
            <a:r>
              <a:rPr lang="fr-FR" dirty="0"/>
              <a:t> </a:t>
            </a:r>
          </a:p>
          <a:p>
            <a:r>
              <a:rPr lang="fr-FR" dirty="0" err="1"/>
              <a:t>Accordion</a:t>
            </a:r>
            <a:r>
              <a:rPr lang="fr-FR" dirty="0"/>
              <a:t> </a:t>
            </a:r>
          </a:p>
          <a:p>
            <a:r>
              <a:rPr lang="fr-FR" b="1" dirty="0"/>
              <a:t>CSS avancé :</a:t>
            </a:r>
            <a:endParaRPr lang="fr-FR" dirty="0"/>
          </a:p>
          <a:p>
            <a:r>
              <a:rPr lang="fr-FR" dirty="0"/>
              <a:t>Variables CSS (:root) </a:t>
            </a:r>
          </a:p>
          <a:p>
            <a:r>
              <a:rPr lang="fr-FR" dirty="0" err="1"/>
              <a:t>Flexbox</a:t>
            </a:r>
            <a:r>
              <a:rPr lang="fr-FR" dirty="0"/>
              <a:t> &amp; </a:t>
            </a:r>
            <a:r>
              <a:rPr lang="fr-FR" dirty="0" err="1"/>
              <a:t>Grid</a:t>
            </a:r>
            <a:r>
              <a:rPr lang="fr-FR" dirty="0"/>
              <a:t> </a:t>
            </a:r>
          </a:p>
          <a:p>
            <a:r>
              <a:rPr lang="fr-FR" dirty="0"/>
              <a:t>Animations </a:t>
            </a:r>
          </a:p>
          <a:p>
            <a:r>
              <a:rPr lang="fr-FR" dirty="0"/>
              <a:t>Dark mode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23645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7C12B5-1967-B543-4A17-4933261F6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		GitHub &amp; workflow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821893-8707-E202-F7C1-6A94C8909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Projet versionné sur GitHub </a:t>
            </a:r>
          </a:p>
          <a:p>
            <a:r>
              <a:rPr lang="fr-FR" dirty="0" err="1"/>
              <a:t>Commits</a:t>
            </a:r>
            <a:r>
              <a:rPr lang="fr-FR" dirty="0"/>
              <a:t> réguliers </a:t>
            </a:r>
          </a:p>
          <a:p>
            <a:r>
              <a:rPr lang="fr-FR" dirty="0"/>
              <a:t>Organisation par pages </a:t>
            </a:r>
          </a:p>
          <a:p>
            <a:r>
              <a:rPr lang="fr-FR" dirty="0"/>
              <a:t>GitHub Pages pour hébergement</a:t>
            </a:r>
          </a:p>
          <a:p>
            <a:r>
              <a:rPr lang="fr-FR" dirty="0"/>
              <a:t>Lien GitHub :https://abdoulazizndoye420-arch.github.io/Abdoul-Aziz-Ndoye-AfriTalent/</a:t>
            </a:r>
          </a:p>
        </p:txBody>
      </p:sp>
    </p:spTree>
    <p:extLst>
      <p:ext uri="{BB962C8B-B14F-4D97-AF65-F5344CB8AC3E}">
        <p14:creationId xmlns:p14="http://schemas.microsoft.com/office/powerpoint/2010/main" val="174147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FE7FCE-8F84-0AB8-09CD-8F122B879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Difficultés rencontrées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E0AFB3-5097-5B23-E7DA-66E1E0E1D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Responsive design difficile </a:t>
            </a:r>
          </a:p>
          <a:p>
            <a:pPr marL="0" indent="0">
              <a:buNone/>
            </a:pPr>
            <a:r>
              <a:rPr lang="fr-FR" dirty="0"/>
              <a:t>JavaScript complexe (</a:t>
            </a:r>
            <a:r>
              <a:rPr lang="fr-FR" dirty="0" err="1"/>
              <a:t>IntersectionObserver</a:t>
            </a:r>
            <a:r>
              <a:rPr lang="fr-FR" dirty="0"/>
              <a:t>) </a:t>
            </a:r>
          </a:p>
          <a:p>
            <a:pPr marL="0" indent="0">
              <a:buNone/>
            </a:pPr>
            <a:r>
              <a:rPr lang="fr-FR" dirty="0"/>
              <a:t>Organisation du CSS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		SOLUTONS: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Utilisation Bootstrap </a:t>
            </a:r>
            <a:r>
              <a:rPr lang="fr-FR" dirty="0" err="1"/>
              <a:t>Grid</a:t>
            </a:r>
            <a:r>
              <a:rPr lang="fr-FR" dirty="0"/>
              <a:t> </a:t>
            </a:r>
          </a:p>
          <a:p>
            <a:r>
              <a:rPr lang="fr-FR" dirty="0"/>
              <a:t>Utilisation de variables CSS 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792289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3053E0-538E-2570-AC6D-D92EF4356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Ressources et documentation utilisées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00F545-13F1-DC45-B335-3D0C347E9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W3Schools Web </a:t>
            </a:r>
            <a:r>
              <a:rPr lang="fr-FR" dirty="0" err="1"/>
              <a:t>Tutorials</a:t>
            </a:r>
            <a:endParaRPr lang="fr-FR" dirty="0"/>
          </a:p>
          <a:p>
            <a:r>
              <a:rPr lang="fr-FR" dirty="0"/>
              <a:t>GitHub Documentation</a:t>
            </a:r>
          </a:p>
        </p:txBody>
      </p:sp>
    </p:spTree>
    <p:extLst>
      <p:ext uri="{BB962C8B-B14F-4D97-AF65-F5344CB8AC3E}">
        <p14:creationId xmlns:p14="http://schemas.microsoft.com/office/powerpoint/2010/main" val="2105699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132043-A007-A158-97D4-EFD0DD675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Démonstration live du site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A357F6F-C7A3-BB7F-14D2-CB633F055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b="1" dirty="0"/>
              <a:t>Page d'accueil</a:t>
            </a:r>
            <a:endParaRPr lang="fr-FR" dirty="0"/>
          </a:p>
          <a:p>
            <a:r>
              <a:rPr lang="fr-FR" dirty="0"/>
              <a:t>Navigation responsive avec Bootstrap </a:t>
            </a:r>
          </a:p>
          <a:p>
            <a:r>
              <a:rPr lang="fr-FR" dirty="0"/>
              <a:t>Section Hero présentant AfriTalent </a:t>
            </a:r>
          </a:p>
          <a:p>
            <a:r>
              <a:rPr lang="fr-FR" dirty="0"/>
              <a:t>Témoignages clients sous forme de </a:t>
            </a:r>
            <a:r>
              <a:rPr lang="fr-FR" dirty="0" err="1"/>
              <a:t>carousel</a:t>
            </a:r>
            <a:r>
              <a:rPr lang="fr-FR" dirty="0"/>
              <a:t> </a:t>
            </a:r>
          </a:p>
          <a:p>
            <a:r>
              <a:rPr lang="fr-FR" b="1" dirty="0"/>
              <a:t>Page Freelances</a:t>
            </a:r>
            <a:endParaRPr lang="fr-FR" dirty="0"/>
          </a:p>
          <a:p>
            <a:r>
              <a:rPr lang="fr-FR" dirty="0"/>
              <a:t>Affichage des profils sous forme de cartes </a:t>
            </a:r>
          </a:p>
          <a:p>
            <a:r>
              <a:rPr lang="fr-FR" dirty="0"/>
              <a:t>Filtrage dynamique par catégorie grâce à JavaScript </a:t>
            </a:r>
          </a:p>
          <a:p>
            <a:r>
              <a:rPr lang="fr-FR" dirty="0"/>
              <a:t>Présentation des compétences, tarifs et évaluations </a:t>
            </a:r>
          </a:p>
          <a:p>
            <a:r>
              <a:rPr lang="fr-FR" b="1" dirty="0"/>
              <a:t>Page Tarifs</a:t>
            </a:r>
            <a:endParaRPr lang="fr-FR" dirty="0"/>
          </a:p>
          <a:p>
            <a:r>
              <a:rPr lang="fr-FR" dirty="0"/>
              <a:t>Présentation des différentes offres </a:t>
            </a:r>
          </a:p>
          <a:p>
            <a:r>
              <a:rPr lang="fr-FR" dirty="0"/>
              <a:t>FAQ interactive réalisée avec le composant </a:t>
            </a:r>
            <a:r>
              <a:rPr lang="fr-FR" dirty="0" err="1"/>
              <a:t>Accordion</a:t>
            </a:r>
            <a:r>
              <a:rPr lang="fr-FR" dirty="0"/>
              <a:t> de Bootstrap </a:t>
            </a:r>
          </a:p>
          <a:p>
            <a:r>
              <a:rPr lang="fr-FR" b="1" dirty="0"/>
              <a:t>Page À propos</a:t>
            </a:r>
            <a:endParaRPr lang="fr-FR" dirty="0"/>
          </a:p>
          <a:p>
            <a:r>
              <a:rPr lang="fr-FR" dirty="0"/>
              <a:t>Présentation de l'équipe </a:t>
            </a:r>
          </a:p>
          <a:p>
            <a:r>
              <a:rPr lang="fr-FR" dirty="0"/>
              <a:t>Mise en avant des valeurs de la plateforme </a:t>
            </a:r>
          </a:p>
          <a:p>
            <a:r>
              <a:rPr lang="fr-FR" b="1" dirty="0"/>
              <a:t>Page Contact</a:t>
            </a:r>
            <a:endParaRPr lang="fr-FR" dirty="0"/>
          </a:p>
          <a:p>
            <a:r>
              <a:rPr lang="fr-FR" dirty="0"/>
              <a:t>Formulaire avec validation JavaScript </a:t>
            </a:r>
          </a:p>
          <a:p>
            <a:r>
              <a:rPr lang="fr-FR" dirty="0"/>
              <a:t>Contrôle du format de l'email </a:t>
            </a:r>
          </a:p>
          <a:p>
            <a:r>
              <a:rPr lang="fr-FR" b="1" dirty="0"/>
              <a:t>🌙 Fonctionnalités supplémentaires</a:t>
            </a:r>
            <a:endParaRPr lang="fr-FR" dirty="0"/>
          </a:p>
          <a:p>
            <a:r>
              <a:rPr lang="fr-FR" dirty="0"/>
              <a:t>Mode sombre (Dark Mode) </a:t>
            </a:r>
          </a:p>
          <a:p>
            <a:r>
              <a:rPr lang="fr-FR" dirty="0"/>
              <a:t>Animations au défilement (Fade-In) </a:t>
            </a:r>
          </a:p>
          <a:p>
            <a:r>
              <a:rPr lang="fr-FR" dirty="0"/>
              <a:t>Sauvegarde du thème choisi via Local Stora</a:t>
            </a:r>
          </a:p>
        </p:txBody>
      </p:sp>
    </p:spTree>
    <p:extLst>
      <p:ext uri="{BB962C8B-B14F-4D97-AF65-F5344CB8AC3E}">
        <p14:creationId xmlns:p14="http://schemas.microsoft.com/office/powerpoint/2010/main" val="3360454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205E2A-4A38-4D22-BD53-CCDB68844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46E79C-2DDF-34A2-8EAD-8C9EAA01D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Conclusion :</a:t>
            </a:r>
            <a:br>
              <a:rPr lang="fr-FR" dirty="0"/>
            </a:br>
            <a:r>
              <a:rPr lang="fr-FR" dirty="0"/>
              <a:t>Projet complet de plateforme freelance moderne avec design professionnel.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63266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85B987-8807-83D7-3F73-AD3DA293E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Perspectives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672B0C-8109-E17E-11A5-09E7E1470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FR" dirty="0"/>
          </a:p>
          <a:p>
            <a:r>
              <a:rPr lang="fr-FR" b="1" dirty="0"/>
              <a:t>Améliorations futures :</a:t>
            </a:r>
            <a:endParaRPr lang="fr-FR" dirty="0"/>
          </a:p>
          <a:p>
            <a:r>
              <a:rPr lang="fr-FR" dirty="0"/>
              <a:t>Chat entre freelances et clients </a:t>
            </a:r>
          </a:p>
          <a:p>
            <a:r>
              <a:rPr lang="fr-FR" dirty="0"/>
              <a:t>Paiement en ligne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09345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in à bandes">
      <a: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777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343</TotalTime>
  <Words>450</Words>
  <Application>Microsoft Office PowerPoint</Application>
  <PresentationFormat>Grand écran</PresentationFormat>
  <Paragraphs>124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0" baseType="lpstr">
      <vt:lpstr>Algerian</vt:lpstr>
      <vt:lpstr>Calibri</vt:lpstr>
      <vt:lpstr>Century Gothic</vt:lpstr>
      <vt:lpstr>Wingdings 3</vt:lpstr>
      <vt:lpstr>Ion</vt:lpstr>
      <vt:lpstr>AfriTalent — Plateforme de freelances africains </vt:lpstr>
      <vt:lpstr>    Sommaire</vt:lpstr>
      <vt:lpstr>  Présentation du projet</vt:lpstr>
      <vt:lpstr>   Choix de design</vt:lpstr>
      <vt:lpstr>   Typographies</vt:lpstr>
      <vt:lpstr>Captures d’ecran</vt:lpstr>
      <vt:lpstr>  Architecture du site</vt:lpstr>
      <vt:lpstr>Points techniques (JavaScript)</vt:lpstr>
      <vt:lpstr>   Bootstrap &amp; CSS</vt:lpstr>
      <vt:lpstr>  GitHub &amp; workflow</vt:lpstr>
      <vt:lpstr>Difficultés rencontrées</vt:lpstr>
      <vt:lpstr>Ressources et documentation utilisées</vt:lpstr>
      <vt:lpstr>Démonstration live du site</vt:lpstr>
      <vt:lpstr>Conclusion</vt:lpstr>
      <vt:lpstr>Perspectives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Pro</dc:creator>
  <cp:lastModifiedBy>Pro</cp:lastModifiedBy>
  <cp:revision>1</cp:revision>
  <dcterms:created xsi:type="dcterms:W3CDTF">2026-06-23T10:15:35Z</dcterms:created>
  <dcterms:modified xsi:type="dcterms:W3CDTF">2026-06-23T15:58:42Z</dcterms:modified>
</cp:coreProperties>
</file>